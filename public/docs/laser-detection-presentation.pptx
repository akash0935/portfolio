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84A8-B7CE-4C11-2C16-4FE6B0E06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4A8C6-E56B-D37C-B1B3-DD44ACBDD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8FE96-1802-3137-629E-6148122B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B68DC-C6D3-352E-04DE-F5DF7EF1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A23B0-8F64-A6DD-E30C-F912E3A2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0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549C-B047-5BA4-F377-9C62C59C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7712E-4FBF-3A25-8833-2F5997FC3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C92DB-3629-DCE2-9392-8566B1B0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E9A47-5DE6-720E-9BF8-B086BFFA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E1891-8DAD-4815-FD7C-EB18435D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8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F301-843E-12C4-F780-E6BB3694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5E025-35EF-2045-56B8-1A8C49FE2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19A47-BFC5-83C9-51A4-DA07415F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01105-AB81-1424-FC34-436FCD6A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4339E-3724-D9A2-3AD4-F019B73E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8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FE0A-423E-3842-07BC-1696F4C4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EA15F-9254-0772-42AA-D5FEEFB3D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28A50-2FFE-ECE1-1309-59445FB16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33ED0-6D65-39F4-1551-0C773A78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8C7F6-E846-223E-A993-85AC684A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63E74-4D77-2D3E-56A6-90CB3A06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43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7AA5-D787-EC0C-D91E-6293ABD0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F18A4-DD5D-18D1-D360-3E7830B4A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E4CFF-444D-5647-6FB4-6058B3371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53865-CB4F-37B5-86B1-75F2C775E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507E0-BEDB-8B9C-BD4F-1BDE4AE17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F75B0-1576-0BAA-ACD0-3F1E885E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8718B-E3C9-7ACD-242E-01E117E3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6E56B-6B67-46BB-88D0-138777C0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65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76E3-41DF-74A2-1FE4-33F78F91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19C58-06C4-EB2A-B775-A9E59D2F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5F2CA8-0810-650C-BEFD-594FAE5E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E4842-0E79-FB74-7820-30B838EE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87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02E884-2265-D022-EB66-1D9E7D6B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D04A6-D6DC-310F-CFF7-40FA2A78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F2A4C-F80C-1F71-09AD-3F714F68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40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93E1-73F7-EFC1-66C7-F36FCC0B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033B-BBA2-EE65-BE5C-72EA2916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C0907-19F3-3302-FC16-8296EC995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C9D9D-AC43-CF8B-4529-8C604DDAA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95CE5-367F-59B6-9149-B0D90E52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5C085-A345-A50B-BE6F-66AD6713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4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1776-83F8-7E0B-CDA5-38AE5519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BC7A2-5640-AB7B-4BB8-8A6DA5826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86AD7-870C-CC0B-BDE1-AB4F6DEA8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391C8-CD79-720B-F00A-9E42EF02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70615-E14A-6C2A-DE9C-80D8BA98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0F0BB-46B3-21C4-A60A-2E5204D5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36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7F17-728A-461B-DE89-D5EF8A46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00413-BB0A-9323-F9AA-F5C17F0D6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55A3A-2E81-B718-07A2-CB7DBAD7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2DFAD-E99F-77A1-1A2A-C5C4253F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020B1-F211-9BFA-0077-6E52615B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DC01D2-2F3C-AF9D-59F5-641EFFDF3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1D284-37AC-43F8-2987-26A1C8FCF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50D61-8642-518E-C987-9E51A1A2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C0D30-6933-A09C-7E7B-042E587AF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A2B50-7F1E-F11F-2C29-A0BFB402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45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77F4-E185-5E4C-1624-8CFE3539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22D0D-18BF-D69D-AC28-2665B13CE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1B566-ED51-6B03-910A-B0D14C9D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3A428-33AF-15E1-ED8B-208C0A97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926CA-918E-D73D-8CC7-53D9B0A7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70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262CD-E107-77A6-4463-4B4F4B17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E2962-7D23-9AB5-C8CA-5343BB619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A179A-B33E-60D4-95E7-ECA6DC368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3BCD5-32BE-4E9E-A2EA-62B9E9F10FA8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FED0B-533F-5CEF-B38C-F897505D4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027CB-29A8-3778-6D0D-C2A229DA3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CED79-6297-4EB3-95B3-846AAF8C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59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25AF-111E-376C-2691-AB03DCA0F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LASER THIEF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8B0A8-43F1-CCD4-6DDE-406F0C7B26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Minor Project Report - Department of ECE
By: Akash Rathore &amp; Kuldeep Patel
Guided by: Mr. Manish Purohit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998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3CDC-C758-49FB-7468-74D44B95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&amp; 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F7C98-F1AF-7C36-00AE-33F676C01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Optical perimeter intrusion security system.
• Real-time beam interruption sensing using Laser &amp; LDR.
• Microcontroller threshold logic to trigger immediate auditory alert.
• Cost-effective, high-reliability security prototype for residential &amp; commercial protection.</a:t>
            </a:r>
          </a:p>
        </p:txBody>
      </p:sp>
    </p:spTree>
    <p:extLst>
      <p:ext uri="{BB962C8B-B14F-4D97-AF65-F5344CB8AC3E}">
        <p14:creationId xmlns:p14="http://schemas.microsoft.com/office/powerpoint/2010/main" val="164804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B232-9593-E059-8A71-D145D082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Hardware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D8562-502E-2CC9-0DB5-418ECD4E7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Laser Diode Module (650nm Optical Transmitter)
• Light Dependent Resistor (LDR Receiver Module)
• Controller Board (Embedded threshold detection)
• Active Buzzer &amp; Warning LED
• Breadboard, Resistors, Jumper Wires &amp; Power Supply</a:t>
            </a:r>
          </a:p>
        </p:txBody>
      </p:sp>
    </p:spTree>
    <p:extLst>
      <p:ext uri="{BB962C8B-B14F-4D97-AF65-F5344CB8AC3E}">
        <p14:creationId xmlns:p14="http://schemas.microsoft.com/office/powerpoint/2010/main" val="3111350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F88A-EC62-A7F7-A3DF-E4F63EEB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Working Principle &amp; Detection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52A7A-E63C-9CAA-A5F4-C7133A906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Continuous optical beam establishes line of sight between Laser &amp; LDR.
• When path is unobstructed: LDR resistance is low, voltage exceeds threshold.
• When intruder crosses beam: Light drops, LDR resistance surges.
• Controller detects threshold trip within milliseconds and fires buzzer alert.</a:t>
            </a:r>
          </a:p>
        </p:txBody>
      </p:sp>
    </p:spTree>
    <p:extLst>
      <p:ext uri="{BB962C8B-B14F-4D97-AF65-F5344CB8AC3E}">
        <p14:creationId xmlns:p14="http://schemas.microsoft.com/office/powerpoint/2010/main" val="2001726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BE88-E9BC-C750-E65D-E24B2538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Applications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028D0-3ECB-1F29-E90B-475DDAAF1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Perimeter fencing for homes, vaults, and laboratories.
• Industrial warehouse boundary surveillance.
• Future upgrade: IoT integration for GSM/SMS instant alert notification.
• Multiple-beam triangulation for directional movement tracking.</a:t>
            </a:r>
          </a:p>
        </p:txBody>
      </p:sp>
    </p:spTree>
    <p:extLst>
      <p:ext uri="{BB962C8B-B14F-4D97-AF65-F5344CB8AC3E}">
        <p14:creationId xmlns:p14="http://schemas.microsoft.com/office/powerpoint/2010/main" val="1257796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LASER THIEF DETECTION SYSTEM</vt:lpstr>
      <vt:lpstr>Introduction &amp; Project Objective</vt:lpstr>
      <vt:lpstr>Hardware Requirements</vt:lpstr>
      <vt:lpstr>Working Principle &amp; Detection Logic</vt:lpstr>
      <vt:lpstr>Applications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rathore</dc:creator>
  <cp:lastModifiedBy>akash rathore</cp:lastModifiedBy>
  <cp:revision>1</cp:revision>
  <dcterms:created xsi:type="dcterms:W3CDTF">2026-09-24T17:39:30Z</dcterms:created>
  <dcterms:modified xsi:type="dcterms:W3CDTF">2026-09-24T17:39:30Z</dcterms:modified>
</cp:coreProperties>
</file>